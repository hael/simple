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97"/>
    <p:restoredTop sz="94678"/>
  </p:normalViewPr>
  <p:slideViewPr>
    <p:cSldViewPr snapToGrid="0">
      <p:cViewPr varScale="1">
        <p:scale>
          <a:sx n="115" d="100"/>
          <a:sy n="115" d="100"/>
        </p:scale>
        <p:origin x="216" y="2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9A38A-D9A2-294D-9C2A-AD67358F3BA0}" type="datetimeFigureOut">
              <a:rPr lang="en-US" smtClean="0"/>
              <a:t>1/23/26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5D0CBA-7B0A-834A-884E-541FDDF23F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93594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9A38A-D9A2-294D-9C2A-AD67358F3BA0}" type="datetimeFigureOut">
              <a:rPr lang="en-US" smtClean="0"/>
              <a:t>1/23/26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5D0CBA-7B0A-834A-884E-541FDDF23F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32653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9A38A-D9A2-294D-9C2A-AD67358F3BA0}" type="datetimeFigureOut">
              <a:rPr lang="en-US" smtClean="0"/>
              <a:t>1/23/26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5D0CBA-7B0A-834A-884E-541FDDF23F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80984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9A38A-D9A2-294D-9C2A-AD67358F3BA0}" type="datetimeFigureOut">
              <a:rPr lang="en-US" smtClean="0"/>
              <a:t>1/23/26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5D0CBA-7B0A-834A-884E-541FDDF23F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58491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6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9A38A-D9A2-294D-9C2A-AD67358F3BA0}" type="datetimeFigureOut">
              <a:rPr lang="en-US" smtClean="0"/>
              <a:t>1/23/26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5D0CBA-7B0A-834A-884E-541FDDF23F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22279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9A38A-D9A2-294D-9C2A-AD67358F3BA0}" type="datetimeFigureOut">
              <a:rPr lang="en-US" smtClean="0"/>
              <a:t>1/23/26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5D0CBA-7B0A-834A-884E-541FDDF23F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63952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9A38A-D9A2-294D-9C2A-AD67358F3BA0}" type="datetimeFigureOut">
              <a:rPr lang="en-US" smtClean="0"/>
              <a:t>1/23/26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5D0CBA-7B0A-834A-884E-541FDDF23F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71790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6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9A38A-D9A2-294D-9C2A-AD67358F3BA0}" type="datetimeFigureOut">
              <a:rPr lang="en-US" smtClean="0"/>
              <a:t>1/23/26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5D0CBA-7B0A-834A-884E-541FDDF23F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53828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6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9A38A-D9A2-294D-9C2A-AD67358F3BA0}" type="datetimeFigureOut">
              <a:rPr lang="en-US" smtClean="0"/>
              <a:t>1/23/26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5D0CBA-7B0A-834A-884E-541FDDF23F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78083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9A38A-D9A2-294D-9C2A-AD67358F3BA0}" type="datetimeFigureOut">
              <a:rPr lang="en-US" smtClean="0"/>
              <a:t>1/23/26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5D0CBA-7B0A-834A-884E-541FDDF23F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65155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9A38A-D9A2-294D-9C2A-AD67358F3BA0}" type="datetimeFigureOut">
              <a:rPr lang="en-US" smtClean="0"/>
              <a:t>1/23/26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5D0CBA-7B0A-834A-884E-541FDDF23F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07919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6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709A38A-D9A2-294D-9C2A-AD67358F3BA0}" type="datetimeFigureOut">
              <a:rPr lang="en-US" smtClean="0"/>
              <a:t>1/23/26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E5D0CBA-7B0A-834A-884E-541FDDF23F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02353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TextBox 76">
            <a:extLst>
              <a:ext uri="{FF2B5EF4-FFF2-40B4-BE49-F238E27FC236}">
                <a16:creationId xmlns:a16="http://schemas.microsoft.com/office/drawing/2014/main" id="{E6CE3DCF-01C3-9485-AC5F-887296A67268}"/>
              </a:ext>
            </a:extLst>
          </p:cNvPr>
          <p:cNvSpPr txBox="1"/>
          <p:nvPr/>
        </p:nvSpPr>
        <p:spPr>
          <a:xfrm>
            <a:off x="5452994" y="529175"/>
            <a:ext cx="15437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Executors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CD02445-A53B-A9C4-378C-06916A334C34}"/>
              </a:ext>
            </a:extLst>
          </p:cNvPr>
          <p:cNvSpPr/>
          <p:nvPr/>
        </p:nvSpPr>
        <p:spPr>
          <a:xfrm>
            <a:off x="1520178" y="5370099"/>
            <a:ext cx="1356951" cy="508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CC6818-A525-0889-75E5-D72EF14703A5}"/>
              </a:ext>
            </a:extLst>
          </p:cNvPr>
          <p:cNvSpPr/>
          <p:nvPr/>
        </p:nvSpPr>
        <p:spPr>
          <a:xfrm>
            <a:off x="2154406" y="5660390"/>
            <a:ext cx="1356951" cy="508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6AF3F8E-FA14-0CEF-56F2-C374AB157AFA}"/>
              </a:ext>
            </a:extLst>
          </p:cNvPr>
          <p:cNvSpPr/>
          <p:nvPr/>
        </p:nvSpPr>
        <p:spPr>
          <a:xfrm>
            <a:off x="502464" y="5751099"/>
            <a:ext cx="1356952" cy="508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D46E2F3-4BC8-FDE3-617D-742CEA52CDF8}"/>
              </a:ext>
            </a:extLst>
          </p:cNvPr>
          <p:cNvSpPr/>
          <p:nvPr/>
        </p:nvSpPr>
        <p:spPr>
          <a:xfrm>
            <a:off x="3916404" y="5497099"/>
            <a:ext cx="1356952" cy="508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08619EA-E60A-6A2D-E126-C33CE67D849A}"/>
              </a:ext>
            </a:extLst>
          </p:cNvPr>
          <p:cNvSpPr/>
          <p:nvPr/>
        </p:nvSpPr>
        <p:spPr>
          <a:xfrm>
            <a:off x="3383144" y="5077711"/>
            <a:ext cx="1356952" cy="508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FB1A8D9-F048-D745-8108-1F15DBE8EFBB}"/>
              </a:ext>
            </a:extLst>
          </p:cNvPr>
          <p:cNvSpPr txBox="1"/>
          <p:nvPr/>
        </p:nvSpPr>
        <p:spPr>
          <a:xfrm>
            <a:off x="2117285" y="5622002"/>
            <a:ext cx="14383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Infra-structure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D62EE18-FA88-045C-B5BE-A5295322A70E}"/>
              </a:ext>
            </a:extLst>
          </p:cNvPr>
          <p:cNvGrpSpPr/>
          <p:nvPr/>
        </p:nvGrpSpPr>
        <p:grpSpPr>
          <a:xfrm>
            <a:off x="2552640" y="1372259"/>
            <a:ext cx="2035428" cy="762000"/>
            <a:chOff x="2558143" y="2677886"/>
            <a:chExt cx="1502229" cy="4572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F78BA2A-7B2C-677A-9AD7-81BB9962C351}"/>
                </a:ext>
              </a:extLst>
            </p:cNvPr>
            <p:cNvSpPr/>
            <p:nvPr/>
          </p:nvSpPr>
          <p:spPr>
            <a:xfrm>
              <a:off x="2558143" y="2830286"/>
              <a:ext cx="1001486" cy="3048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377D6A1-E5D5-F62F-9587-2A6C70F1805C}"/>
                </a:ext>
              </a:extLst>
            </p:cNvPr>
            <p:cNvSpPr/>
            <p:nvPr/>
          </p:nvSpPr>
          <p:spPr>
            <a:xfrm>
              <a:off x="3058886" y="2677886"/>
              <a:ext cx="1001486" cy="304800"/>
            </a:xfrm>
            <a:prstGeom prst="rect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79E1CD9E-105B-7430-DD29-AB1BD5174A49}"/>
              </a:ext>
            </a:extLst>
          </p:cNvPr>
          <p:cNvSpPr txBox="1"/>
          <p:nvPr/>
        </p:nvSpPr>
        <p:spPr>
          <a:xfrm>
            <a:off x="3168392" y="1317983"/>
            <a:ext cx="1543791" cy="58477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dk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Appli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-cation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D5987AA8-F5ED-57A1-67DC-3E4C99D7117D}"/>
              </a:ext>
            </a:extLst>
          </p:cNvPr>
          <p:cNvCxnSpPr>
            <a:cxnSpLocks/>
            <a:stCxn id="8" idx="2"/>
          </p:cNvCxnSpPr>
          <p:nvPr/>
        </p:nvCxnSpPr>
        <p:spPr>
          <a:xfrm flipH="1">
            <a:off x="2216617" y="2134259"/>
            <a:ext cx="1014499" cy="8282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12BAC812-08C6-7F8C-B381-2FC0B0880F51}"/>
              </a:ext>
            </a:extLst>
          </p:cNvPr>
          <p:cNvCxnSpPr>
            <a:cxnSpLocks/>
            <a:stCxn id="8" idx="2"/>
          </p:cNvCxnSpPr>
          <p:nvPr/>
        </p:nvCxnSpPr>
        <p:spPr>
          <a:xfrm flipH="1">
            <a:off x="3116983" y="2134259"/>
            <a:ext cx="114133" cy="12098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20A7B9E8-AC22-7E64-5C03-B3705C70AC2B}"/>
              </a:ext>
            </a:extLst>
          </p:cNvPr>
          <p:cNvCxnSpPr>
            <a:cxnSpLocks/>
          </p:cNvCxnSpPr>
          <p:nvPr/>
        </p:nvCxnSpPr>
        <p:spPr>
          <a:xfrm>
            <a:off x="4036192" y="1902758"/>
            <a:ext cx="11069" cy="16655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21" name="Group 20">
            <a:extLst>
              <a:ext uri="{FF2B5EF4-FFF2-40B4-BE49-F238E27FC236}">
                <a16:creationId xmlns:a16="http://schemas.microsoft.com/office/drawing/2014/main" id="{789308C4-9056-FFEF-1C68-618CB000445B}"/>
              </a:ext>
            </a:extLst>
          </p:cNvPr>
          <p:cNvGrpSpPr/>
          <p:nvPr/>
        </p:nvGrpSpPr>
        <p:grpSpPr>
          <a:xfrm>
            <a:off x="601040" y="3005884"/>
            <a:ext cx="4351960" cy="1070432"/>
            <a:chOff x="2558143" y="3570515"/>
            <a:chExt cx="3211923" cy="642259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13E02137-0091-0979-761E-99744EF6A6C5}"/>
                </a:ext>
              </a:extLst>
            </p:cNvPr>
            <p:cNvSpPr/>
            <p:nvPr/>
          </p:nvSpPr>
          <p:spPr>
            <a:xfrm>
              <a:off x="3058886" y="3570515"/>
              <a:ext cx="1001486" cy="3048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AAB312BA-B273-AF6C-656B-E3E1F44310C3}"/>
                </a:ext>
              </a:extLst>
            </p:cNvPr>
            <p:cNvSpPr/>
            <p:nvPr/>
          </p:nvSpPr>
          <p:spPr>
            <a:xfrm>
              <a:off x="3810000" y="3777344"/>
              <a:ext cx="1001486" cy="3048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84A1811-810C-2B6C-1F0A-7C3568D32E30}"/>
                </a:ext>
              </a:extLst>
            </p:cNvPr>
            <p:cNvSpPr/>
            <p:nvPr/>
          </p:nvSpPr>
          <p:spPr>
            <a:xfrm>
              <a:off x="4267200" y="3907974"/>
              <a:ext cx="1502866" cy="3048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7A397648-E98F-4001-E242-AC1CAC2D50B1}"/>
                </a:ext>
              </a:extLst>
            </p:cNvPr>
            <p:cNvSpPr/>
            <p:nvPr/>
          </p:nvSpPr>
          <p:spPr>
            <a:xfrm>
              <a:off x="2558143" y="3722915"/>
              <a:ext cx="1001486" cy="3048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B6B05E65-DBAA-09BB-C3A1-42B357A1A9AA}"/>
              </a:ext>
            </a:extLst>
          </p:cNvPr>
          <p:cNvSpPr txBox="1"/>
          <p:nvPr/>
        </p:nvSpPr>
        <p:spPr>
          <a:xfrm>
            <a:off x="799002" y="2974072"/>
            <a:ext cx="22903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Domain</a:t>
            </a: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039302E9-967D-6C6F-2230-9366B83A1CAB}"/>
              </a:ext>
            </a:extLst>
          </p:cNvPr>
          <p:cNvCxnSpPr>
            <a:cxnSpLocks/>
            <a:stCxn id="12" idx="1"/>
            <a:endCxn id="14" idx="0"/>
          </p:cNvCxnSpPr>
          <p:nvPr/>
        </p:nvCxnSpPr>
        <p:spPr>
          <a:xfrm flipH="1">
            <a:off x="2198654" y="3822316"/>
            <a:ext cx="718054" cy="15477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82C47B6A-B01A-9141-3E0D-46C18E64F9F3}"/>
              </a:ext>
            </a:extLst>
          </p:cNvPr>
          <p:cNvCxnSpPr>
            <a:cxnSpLocks/>
          </p:cNvCxnSpPr>
          <p:nvPr/>
        </p:nvCxnSpPr>
        <p:spPr>
          <a:xfrm flipH="1">
            <a:off x="2996889" y="4076316"/>
            <a:ext cx="792704" cy="15625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A49A8550-73A0-32FD-E22F-EB2F445C8B82}"/>
              </a:ext>
            </a:extLst>
          </p:cNvPr>
          <p:cNvCxnSpPr>
            <a:cxnSpLocks/>
          </p:cNvCxnSpPr>
          <p:nvPr/>
        </p:nvCxnSpPr>
        <p:spPr>
          <a:xfrm>
            <a:off x="3789961" y="4084947"/>
            <a:ext cx="126766" cy="10013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1C1B1EDD-FBB1-55C3-8A29-5094F0ED9636}"/>
              </a:ext>
            </a:extLst>
          </p:cNvPr>
          <p:cNvSpPr txBox="1"/>
          <p:nvPr/>
        </p:nvSpPr>
        <p:spPr>
          <a:xfrm>
            <a:off x="204149" y="481161"/>
            <a:ext cx="18050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Layered Architecture 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39F9196-B1F4-9CA9-194B-D1038325D881}"/>
              </a:ext>
            </a:extLst>
          </p:cNvPr>
          <p:cNvSpPr txBox="1"/>
          <p:nvPr/>
        </p:nvSpPr>
        <p:spPr>
          <a:xfrm>
            <a:off x="5452994" y="1530284"/>
            <a:ext cx="15437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Commanders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C1139C6-3178-EC02-5CF9-D707429DE50B}"/>
              </a:ext>
            </a:extLst>
          </p:cNvPr>
          <p:cNvSpPr txBox="1"/>
          <p:nvPr/>
        </p:nvSpPr>
        <p:spPr>
          <a:xfrm>
            <a:off x="5452994" y="2390937"/>
            <a:ext cx="152865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High-level search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6133D08-4A8A-796E-1E9D-A0D7325D9ECB}"/>
              </a:ext>
            </a:extLst>
          </p:cNvPr>
          <p:cNvSpPr txBox="1"/>
          <p:nvPr/>
        </p:nvSpPr>
        <p:spPr>
          <a:xfrm>
            <a:off x="5452994" y="3491541"/>
            <a:ext cx="13217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Low-level search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7090597-1226-49FE-1745-D63C6B9CF3F2}"/>
              </a:ext>
            </a:extLst>
          </p:cNvPr>
          <p:cNvSpPr txBox="1"/>
          <p:nvPr/>
        </p:nvSpPr>
        <p:spPr>
          <a:xfrm>
            <a:off x="5452994" y="5485985"/>
            <a:ext cx="131915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Objective function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8B89CE7-F7C3-A636-904E-02093E898354}"/>
              </a:ext>
            </a:extLst>
          </p:cNvPr>
          <p:cNvSpPr txBox="1"/>
          <p:nvPr/>
        </p:nvSpPr>
        <p:spPr>
          <a:xfrm>
            <a:off x="6946859" y="370432"/>
            <a:ext cx="16309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simple_exec</a:t>
            </a:r>
            <a:endParaRPr lang="en-US" sz="1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simple_stream</a:t>
            </a:r>
            <a:endParaRPr lang="en-US" sz="1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single_exec</a:t>
            </a:r>
            <a:endParaRPr lang="en-US" sz="1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simple_private_exec</a:t>
            </a:r>
            <a:endParaRPr lang="en-US" sz="1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F1916A7F-5B6F-4372-2CEB-25F269F6B911}"/>
              </a:ext>
            </a:extLst>
          </p:cNvPr>
          <p:cNvSpPr txBox="1"/>
          <p:nvPr/>
        </p:nvSpPr>
        <p:spPr>
          <a:xfrm>
            <a:off x="6946859" y="1065758"/>
            <a:ext cx="264334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simple_commander_base.f90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simple_commanders_cluster2D.f90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simple_commanders_abinitio2D.f90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single_commanders_nano2D.f90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simple_commanders_refine3D.f90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single_commanders_nano3D.f90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simple_commanders_abinitio.f90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etc.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CE8E01C-E932-227A-5F20-47F72E20F3AE}"/>
              </a:ext>
            </a:extLst>
          </p:cNvPr>
          <p:cNvSpPr txBox="1"/>
          <p:nvPr/>
        </p:nvSpPr>
        <p:spPr>
          <a:xfrm>
            <a:off x="6946859" y="2451136"/>
            <a:ext cx="240452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simple_strategy2D_matcher.f90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simple_strategy3D_matcher.f90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20B6430-1AF9-B779-EBDC-1F8B662F26DF}"/>
              </a:ext>
            </a:extLst>
          </p:cNvPr>
          <p:cNvSpPr txBox="1"/>
          <p:nvPr/>
        </p:nvSpPr>
        <p:spPr>
          <a:xfrm>
            <a:off x="6946859" y="2838687"/>
            <a:ext cx="2754992" cy="2092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simple_strategy2D.f90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simple_strategy2D_srch.f90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simple_strategy2D_greedy_smpl.f90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simple_strategy2D_prob.f90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simple_strategy2D_snhc.f90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simple_strategy2D3D_common.f90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simple_strategy3D.f90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simple_strategy3D_srch.f90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simple_strategy3D_greedy_smpl.f90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simple_strategy3D_prob.f90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simple_strategy3D_shc_smpl.f90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simple_strategy3D_snhc_smpl.f90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etc.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3DAF5DAC-AF37-9BCF-BF10-3EC71D08F188}"/>
              </a:ext>
            </a:extLst>
          </p:cNvPr>
          <p:cNvSpPr txBox="1"/>
          <p:nvPr/>
        </p:nvSpPr>
        <p:spPr>
          <a:xfrm>
            <a:off x="6946859" y="4919008"/>
            <a:ext cx="224891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simple_polarft_access.f90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simple_polarft_calc.f90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simple_polarft_core.f90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simple_polarft_corr.f90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simple_polarft_ctf.f90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simple_polarft_geom.f90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simple_polarft_memo.f90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simple_polarops_io.f90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simple_polarops_restore.f90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simple_polarops_state.f90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simple_polarops.f90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etc.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2A37D0C-0CE2-5102-4679-D4410F89CE7B}"/>
              </a:ext>
            </a:extLst>
          </p:cNvPr>
          <p:cNvCxnSpPr>
            <a:cxnSpLocks/>
            <a:stCxn id="7" idx="2"/>
          </p:cNvCxnSpPr>
          <p:nvPr/>
        </p:nvCxnSpPr>
        <p:spPr>
          <a:xfrm flipH="1">
            <a:off x="2937655" y="907595"/>
            <a:ext cx="101249" cy="6971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6F203B36-AAEC-64BC-B7CE-9550DCBA0E52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3038904" y="907595"/>
            <a:ext cx="542810" cy="3991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F38BB2EE-3E67-922A-8D6F-57A14D0164E6}"/>
              </a:ext>
            </a:extLst>
          </p:cNvPr>
          <p:cNvSpPr/>
          <p:nvPr/>
        </p:nvSpPr>
        <p:spPr>
          <a:xfrm>
            <a:off x="1785198" y="145595"/>
            <a:ext cx="1356952" cy="5080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12700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D61C2C3-04A6-898E-9223-02A0378A2B53}"/>
              </a:ext>
            </a:extLst>
          </p:cNvPr>
          <p:cNvSpPr/>
          <p:nvPr/>
        </p:nvSpPr>
        <p:spPr>
          <a:xfrm>
            <a:off x="2360428" y="399595"/>
            <a:ext cx="1356952" cy="508000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EB1FE4C-9FB0-2A4F-659E-E9DF4D49D11A}"/>
              </a:ext>
            </a:extLst>
          </p:cNvPr>
          <p:cNvSpPr txBox="1"/>
          <p:nvPr/>
        </p:nvSpPr>
        <p:spPr>
          <a:xfrm>
            <a:off x="2267008" y="370432"/>
            <a:ext cx="1543791" cy="584775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12700">
            <a:solidFill>
              <a:schemeClr val="dk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User Interface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B48B38A5-4A98-4022-141A-1D52694A5349}"/>
              </a:ext>
            </a:extLst>
          </p:cNvPr>
          <p:cNvSpPr txBox="1"/>
          <p:nvPr/>
        </p:nvSpPr>
        <p:spPr>
          <a:xfrm>
            <a:off x="1751843" y="123413"/>
            <a:ext cx="56587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GUI</a:t>
            </a:r>
          </a:p>
        </p:txBody>
      </p: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7827C330-997F-F3F3-4D91-404967C21710}"/>
              </a:ext>
            </a:extLst>
          </p:cNvPr>
          <p:cNvCxnSpPr>
            <a:cxnSpLocks/>
          </p:cNvCxnSpPr>
          <p:nvPr/>
        </p:nvCxnSpPr>
        <p:spPr>
          <a:xfrm flipH="1">
            <a:off x="204149" y="1078318"/>
            <a:ext cx="9265123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9651BE00-2362-CD25-F9E0-81C2B0EAFCD0}"/>
              </a:ext>
            </a:extLst>
          </p:cNvPr>
          <p:cNvCxnSpPr>
            <a:cxnSpLocks/>
          </p:cNvCxnSpPr>
          <p:nvPr/>
        </p:nvCxnSpPr>
        <p:spPr>
          <a:xfrm flipH="1">
            <a:off x="1520178" y="2389197"/>
            <a:ext cx="767559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41633D79-BA9D-D562-CEE7-E48BC8B2AB47}"/>
              </a:ext>
            </a:extLst>
          </p:cNvPr>
          <p:cNvCxnSpPr>
            <a:cxnSpLocks/>
          </p:cNvCxnSpPr>
          <p:nvPr/>
        </p:nvCxnSpPr>
        <p:spPr>
          <a:xfrm flipH="1">
            <a:off x="707236" y="4925028"/>
            <a:ext cx="8102279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50C65FEC-A617-9A12-E985-9E92C4EAEEC7}"/>
              </a:ext>
            </a:extLst>
          </p:cNvPr>
          <p:cNvSpPr txBox="1"/>
          <p:nvPr/>
        </p:nvSpPr>
        <p:spPr>
          <a:xfrm>
            <a:off x="555448" y="3246344"/>
            <a:ext cx="156496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simple_image.f90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simple_ctf.f90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simple_ori.f90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356211-3C01-BADD-7A27-1CD6A64457D0}"/>
              </a:ext>
            </a:extLst>
          </p:cNvPr>
          <p:cNvSpPr txBox="1"/>
          <p:nvPr/>
        </p:nvSpPr>
        <p:spPr>
          <a:xfrm>
            <a:off x="2900573" y="3552576"/>
            <a:ext cx="196403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simple_oris.f90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simple_sp_project.f90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simple_nanoparticle.f90</a:t>
            </a:r>
          </a:p>
        </p:txBody>
      </p:sp>
    </p:spTree>
    <p:extLst>
      <p:ext uri="{BB962C8B-B14F-4D97-AF65-F5344CB8AC3E}">
        <p14:creationId xmlns:p14="http://schemas.microsoft.com/office/powerpoint/2010/main" val="15821474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582</TotalTime>
  <Words>294</Words>
  <Application>Microsoft Macintosh PowerPoint</Application>
  <PresentationFormat>A4 Paper (210x297 mm)</PresentationFormat>
  <Paragraphs>56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Consolas</vt:lpstr>
      <vt:lpstr>Courier New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Elmlund, Hans (NIH/NCI) [E]</dc:creator>
  <cp:lastModifiedBy>Elmlund, Hans (NIH/NCI) [E]</cp:lastModifiedBy>
  <cp:revision>8</cp:revision>
  <dcterms:created xsi:type="dcterms:W3CDTF">2026-01-21T15:55:04Z</dcterms:created>
  <dcterms:modified xsi:type="dcterms:W3CDTF">2026-01-24T04:49:23Z</dcterms:modified>
</cp:coreProperties>
</file>